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60" r:id="rId6"/>
    <p:sldId id="261" r:id="rId7"/>
    <p:sldId id="262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4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3f07ee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3f07ee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f7ac0850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f7ac08504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f7ac0850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f7ac08504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7ac08504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7ac08504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f7ac08504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f7ac08504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1774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110804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4647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483644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053389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032779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9743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2851517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85320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294088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589521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944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89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2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Bozhidar Bozhikov, Sebastián Rojas Garcia, Fernando Alonso Chang Navarro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1 - Keyboard Driver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40100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917" y="1152475"/>
            <a:ext cx="3761458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D912-AC43-6EDD-1BCA-8D8772D59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  <a:endParaRPr lang="bg-BG" dirty="0"/>
          </a:p>
        </p:txBody>
      </p:sp>
      <p:pic>
        <p:nvPicPr>
          <p:cNvPr id="5" name="Content Placeholder 4" descr="A computer screen shot of a keyboard&#10;&#10;AI-generated content may be incorrect.">
            <a:extLst>
              <a:ext uri="{FF2B5EF4-FFF2-40B4-BE49-F238E27FC236}">
                <a16:creationId xmlns:a16="http://schemas.microsoft.com/office/drawing/2014/main" id="{571B6427-E0CF-F9AD-BCB6-98E84FBD9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960" y="1303021"/>
            <a:ext cx="4792274" cy="3017838"/>
          </a:xfrm>
          <a:prstGeom prst="rect">
            <a:avLst/>
          </a:prstGeom>
        </p:spPr>
      </p:pic>
      <p:pic>
        <p:nvPicPr>
          <p:cNvPr id="7" name="Picture 6" descr="A diagram of data&#10;&#10;AI-generated content may be incorrect.">
            <a:extLst>
              <a:ext uri="{FF2B5EF4-FFF2-40B4-BE49-F238E27FC236}">
                <a16:creationId xmlns:a16="http://schemas.microsoft.com/office/drawing/2014/main" id="{FCDA7626-CC33-ADB4-F457-3B1BCF4FA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234" y="1999094"/>
            <a:ext cx="3088431" cy="127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9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1 - Keyboard Driver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4F0D7B44-12C3-020A-20C0-832AA5CA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425" y="1051106"/>
            <a:ext cx="4345160" cy="4092394"/>
          </a:xfrm>
          <a:prstGeom prst="rect">
            <a:avLst/>
          </a:prstGeom>
        </p:spPr>
      </p:pic>
      <p:pic>
        <p:nvPicPr>
          <p:cNvPr id="5" name="Picture 4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3360BDFE-F97B-4248-6E58-ADAD0F930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15" y="1051107"/>
            <a:ext cx="4462585" cy="40923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2 - Test Keyboard Driver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8218E6B5-15D9-7B87-4FF6-C1BDAA2E4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301"/>
            <a:ext cx="3829584" cy="1590897"/>
          </a:xfrm>
          <a:prstGeom prst="rect">
            <a:avLst/>
          </a:prstGeom>
        </p:spPr>
      </p:pic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D09A75B-D7C8-7D96-9175-EDFB80DDA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123" y="1317054"/>
            <a:ext cx="4407877" cy="38264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61025" y="53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3 - Scancode Decoder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7" y="1082763"/>
            <a:ext cx="4899469" cy="782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9B27BB5-F606-55FC-7C62-A61DA9179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35387"/>
            <a:ext cx="5455753" cy="3208114"/>
          </a:xfrm>
          <a:prstGeom prst="rect">
            <a:avLst/>
          </a:prstGeom>
        </p:spPr>
      </p:pic>
      <p:pic>
        <p:nvPicPr>
          <p:cNvPr id="7" name="Picture 6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7A1CA909-73B3-DE86-2206-73A43EBFB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116" y="1838211"/>
            <a:ext cx="3931884" cy="33052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61025" y="53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3 - Scancode Decoder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B83E5C3-8980-44E9-DD49-A6530042D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741" y="1152475"/>
            <a:ext cx="6038518" cy="3521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2E31D-2F40-D5CA-C921-3D3651E5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C6F7D-4C60-4955-5A0E-6FE5048E0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983093B9-E7B5-F857-758B-D526D9C38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" y="1260007"/>
            <a:ext cx="9144000" cy="326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1324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41</Words>
  <Application>Microsoft Office PowerPoint</Application>
  <PresentationFormat>On-screen Show (16:9)</PresentationFormat>
  <Paragraphs>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Assignment 2</vt:lpstr>
      <vt:lpstr>Task 1 - Keyboard Driver</vt:lpstr>
      <vt:lpstr>Task 1</vt:lpstr>
      <vt:lpstr>Task 1 - Keyboard Driver</vt:lpstr>
      <vt:lpstr>Task 2 - Test Keyboard Driver </vt:lpstr>
      <vt:lpstr>Task 3 - Scancode Decoder </vt:lpstr>
      <vt:lpstr>Task 3 - Scancode Decoder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Bojidar Bojikov</cp:lastModifiedBy>
  <cp:revision>2</cp:revision>
  <dcterms:modified xsi:type="dcterms:W3CDTF">2025-12-11T14:22:40Z</dcterms:modified>
</cp:coreProperties>
</file>